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BE2EFC-590A-4AC3-B995-046540CB7535}" v="3" dt="2025-09-08T17:23:36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pnil Gawli" userId="8b8db4ae88531225" providerId="LiveId" clId="{D1AB686E-A688-4F16-90FA-AE35A9D93E98}"/>
    <pc:docChg chg="custSel modSld">
      <pc:chgData name="Swapnil Gawli" userId="8b8db4ae88531225" providerId="LiveId" clId="{D1AB686E-A688-4F16-90FA-AE35A9D93E98}" dt="2025-09-08T17:23:33.096" v="75" actId="20577"/>
      <pc:docMkLst>
        <pc:docMk/>
      </pc:docMkLst>
      <pc:sldChg chg="modSp mod">
        <pc:chgData name="Swapnil Gawli" userId="8b8db4ae88531225" providerId="LiveId" clId="{D1AB686E-A688-4F16-90FA-AE35A9D93E98}" dt="2025-09-08T17:23:33.096" v="75" actId="20577"/>
        <pc:sldMkLst>
          <pc:docMk/>
          <pc:sldMk cId="0" sldId="256"/>
        </pc:sldMkLst>
        <pc:spChg chg="mod">
          <ac:chgData name="Swapnil Gawli" userId="8b8db4ae88531225" providerId="LiveId" clId="{D1AB686E-A688-4F16-90FA-AE35A9D93E98}" dt="2025-09-08T17:23:33.096" v="75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wapnil Gawli" userId="8b8db4ae88531225" providerId="LiveId" clId="{D1AB686E-A688-4F16-90FA-AE35A9D93E98}" dt="2025-09-08T17:22:49.957" v="35" actId="27636"/>
        <pc:sldMkLst>
          <pc:docMk/>
          <pc:sldMk cId="0" sldId="262"/>
        </pc:sldMkLst>
        <pc:spChg chg="mod">
          <ac:chgData name="Swapnil Gawli" userId="8b8db4ae88531225" providerId="LiveId" clId="{D1AB686E-A688-4F16-90FA-AE35A9D93E98}" dt="2025-09-08T17:22:49.957" v="35" actId="27636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Analytics: Heart Disease EDA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1" dirty="0"/>
              <a:t>Analyse Health and Demographic Data to identify common traits leading to Heart Disease_Swapnil Milan Gawli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Source: BRFSS 2015 (Behavioral Risk Factor Surveillance System)</a:t>
            </a:r>
          </a:p>
          <a:p>
            <a:r>
              <a:t>- Rows: ~250,000 respondents</a:t>
            </a:r>
          </a:p>
          <a:p>
            <a:r>
              <a:t>- Key Variables: BMI, Blood Pressure, Cholesterol, Age, Sex, Education, Income</a:t>
            </a:r>
          </a:p>
          <a:p>
            <a:r>
              <a:t>- Target Variable: HeartDiseaseorAttack (0=No, 1=Yes)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Heart Disease Prevalence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About 9% of respondents reported heart disease or heart attack</a:t>
            </a:r>
          </a:p>
          <a:p>
            <a:r>
              <a:t>- Dataset is imbalanced (many more 'No' cases than 'Yes')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Heart Disease vs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Prevalence is much higher among individuals with High Blood Pressure</a:t>
            </a:r>
          </a:p>
          <a:p>
            <a:r>
              <a:t>- High Cholesterol is also strongly associated with Heart Disease</a:t>
            </a:r>
          </a:p>
          <a:p>
            <a:r>
              <a:t>- Statistical tests confirm significance (p &lt; 0.001)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Heart Disease by Age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Prevalence rises sharply with age</a:t>
            </a:r>
          </a:p>
          <a:p>
            <a:r>
              <a:t>- Highest rates found in 65+ age groups</a:t>
            </a:r>
          </a:p>
          <a:p>
            <a:r>
              <a:t>- Younger adults (&lt;35) show very low prevalence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BMI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Most respondents have BMI between 20–35</a:t>
            </a:r>
          </a:p>
          <a:p>
            <a:r>
              <a:t>- Individuals with Heart Disease show slightly higher average BMI</a:t>
            </a:r>
          </a:p>
          <a:p>
            <a:r>
              <a:t>- Obesity is a contributing risk factor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Key Insights:</a:t>
            </a:r>
          </a:p>
          <a:p>
            <a:r>
              <a:t>- Heart Disease prevalence ~9%</a:t>
            </a:r>
          </a:p>
          <a:p>
            <a:r>
              <a:t>- Strong associations with HighBP, HighChol, Stroke, and Age</a:t>
            </a:r>
          </a:p>
          <a:p>
            <a:r>
              <a:t>- Males, older adults, and lower education/income groups at higher risk</a:t>
            </a:r>
          </a:p>
          <a:p>
            <a:endParaRPr/>
          </a:p>
          <a:p>
            <a:r>
              <a:t>Recommendations:</a:t>
            </a:r>
          </a:p>
          <a:p>
            <a:r>
              <a:t>- Focus preventive measures on high-risk groups (older adults, hypertensive patients)</a:t>
            </a:r>
          </a:p>
          <a:p>
            <a:r>
              <a:t>- Promote lifestyle changes: diet, exercise, weight control</a:t>
            </a:r>
          </a:p>
          <a:p>
            <a:r>
              <a:t>- Increase awareness &amp; screenings for cholesterol and blood pressure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275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Healthcare Analytics: Heart Disease EDA Report</vt:lpstr>
      <vt:lpstr>About the Dataset</vt:lpstr>
      <vt:lpstr>Heart Disease Prevalence</vt:lpstr>
      <vt:lpstr>Heart Disease vs Risk Factors</vt:lpstr>
      <vt:lpstr>Heart Disease by Age Group</vt:lpstr>
      <vt:lpstr>BMI Distribution</vt:lpstr>
      <vt:lpstr>Key Insights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Swapnil Gawli</cp:lastModifiedBy>
  <cp:revision>1</cp:revision>
  <dcterms:created xsi:type="dcterms:W3CDTF">2013-01-27T09:14:16Z</dcterms:created>
  <dcterms:modified xsi:type="dcterms:W3CDTF">2025-09-08T17:23:45Z</dcterms:modified>
  <cp:category/>
</cp:coreProperties>
</file>